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16295e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16295e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16295e7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16295e7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16295e78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16295e78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6295e78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16295e78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16295e78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16295e78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16295e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16295e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16295e78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16295e78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16295e78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16295e7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16295e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16295e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reacheffect.com/blog/how-much-can-an-app-make-from-advertising/" TargetMode="External"/><Relationship Id="rId4" Type="http://schemas.openxmlformats.org/officeDocument/2006/relationships/hyperlink" Target="https://www.statista.com/statistics/325645/usa-number-of-internet-users/?srsltid=AfmBOoqz7pRKXxLRxbfXGsOr5IxcblfQO-Ktrc7_NvpZIkIvMiUCwymV" TargetMode="External"/><Relationship Id="rId5" Type="http://schemas.openxmlformats.org/officeDocument/2006/relationships/hyperlink" Target="https://www.statista.com/statistics/1462054/false-news-consumption-frequency-us/" TargetMode="External"/><Relationship Id="rId6" Type="http://schemas.openxmlformats.org/officeDocument/2006/relationships/hyperlink" Target="https://deakin.libguides.com/misinformation/impa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Misinformation Detection AI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Anish, Kenan, Baylee, Gina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is a growing problem of misinformation.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Statistics can be easily manipulated to sway people to incorrect conclusions.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Media is widely untrusted (for good reason) making more and more people unaware of current issues being faced.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AI tool scanning news as well as popular media sources live.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Checking for </a:t>
            </a:r>
            <a:r>
              <a:rPr lang="en"/>
              <a:t>bias</a:t>
            </a:r>
            <a:r>
              <a:rPr lang="en"/>
              <a:t> as well as fact checking information presented.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Capable of searching multiple mediums, </a:t>
            </a:r>
            <a:r>
              <a:rPr lang="en"/>
              <a:t>analyzing</a:t>
            </a:r>
            <a:r>
              <a:rPr lang="en"/>
              <a:t> text, image, and audio.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Problem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case in which misinformation would likely be widespread is a global pandemic.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Misinformation could be putting </a:t>
            </a:r>
            <a:r>
              <a:rPr lang="en"/>
              <a:t>people's</a:t>
            </a:r>
            <a:r>
              <a:rPr lang="en"/>
              <a:t> lives at risk in a multitude of ways.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Improper personal care measures.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Wasted resources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AI in Use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Scanning news articles, informing users of the most accurate information available.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Reduction in mistakes, thus reducing potential lives risked.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Outline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850" y="1853850"/>
            <a:ext cx="6917074" cy="328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Infographic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 title="Screenshot 2026-05-13 at 1.11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325" y="371601"/>
            <a:ext cx="3583249" cy="464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According to a 2024 Gallup poll, only 32% of Americans have a “great deal” or “fair amount” of trust in mass media, which signals that people sense something is wrong but often cannot pinpoint exactly what.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Our product could allow for a vast increase in the reliability of news, allowing for a vastly more current event educated society.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Our total addressable market is the 331 million internet users in the United States alone during 2026.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With a free, ad-supported model, even capturing just 1% of that as active users generates around 3 million dollars annually at a conservative one dollar per user.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Could be scaled to more expensive models, allowing for a sustainable </a:t>
            </a:r>
            <a:r>
              <a:rPr lang="en"/>
              <a:t>business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https://reacheffect.com/blog/how-much-can-an-app-make-from-advertising/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https://www.statista.com/statistics/325645/usa-number-of-internet-users/?srsltid=AfmBOoqz7pRKXxLRxbfXGsOr5IxcblfQO-Ktrc7_NvpZIkIvMiUCwymV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https://www.statista.com/statistics/1462054/false-news-consumption-frequency-us/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https://deakin.libguides.com/misinformation/impact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